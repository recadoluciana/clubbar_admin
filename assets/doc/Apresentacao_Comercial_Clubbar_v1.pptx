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CLUBBAR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Sua noite começa aqui.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Venda antes. Chegue tranquilo. Aproveite mais.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Filas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Atendimento lento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Perda de vendas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Experiência ruim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Compra antecipada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PIX e Cartão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Carteira Digital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QR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Fluxo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Cliente → Compra → Pagamento → Carteira → QR Code → Entrega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Menos filas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Mais organização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Atendimento ágil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Mais satisfação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A Cora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 embaixadora oficial do Clubbar recebe, orienta e apresenta a plataforma.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Vamos conversar?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Agende uma demonstração e conheça o Clubbar.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005840"/>
            <a:ext cx="3474720" cy="4754880"/>
          </a:xfrm>
          <a:prstGeom prst="roundRect">
            <a:avLst/>
          </a:prstGeom>
          <a:solidFill>
            <a:srgbClr val="1F3058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Imagem da Cora</a:t>
            </a:r>
            <a:br/>
            <a:r>
              <a:t>ou tela do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